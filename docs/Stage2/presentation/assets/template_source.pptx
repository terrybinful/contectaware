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6"/>
  </p:notesMasterIdLst>
  <p:sldIdLst>
    <p:sldId id="270" r:id="rId2"/>
    <p:sldId id="469" r:id="rId3"/>
    <p:sldId id="470" r:id="rId4"/>
    <p:sldId id="47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85" autoAdjust="0"/>
    <p:restoredTop sz="78897" autoAdjust="0"/>
  </p:normalViewPr>
  <p:slideViewPr>
    <p:cSldViewPr snapToGrid="0">
      <p:cViewPr varScale="1">
        <p:scale>
          <a:sx n="98" d="100"/>
          <a:sy n="98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0E689-DFE1-41B9-AC4E-B102A5C5CE41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9A9B3-F25A-4616-AE2C-C602E771F7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08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8A8A1-E2B8-4BD1-8409-EFE61EA494F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8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72"/>
          <a:stretch>
            <a:fillRect/>
          </a:stretch>
        </p:blipFill>
        <p:spPr bwMode="auto">
          <a:xfrm>
            <a:off x="600075" y="4949825"/>
            <a:ext cx="7858125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989138" y="5602288"/>
            <a:ext cx="6477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/>
            <a:r>
              <a:rPr lang="en-US" altLang="en-US" sz="1800" dirty="0">
                <a:solidFill>
                  <a:srgbClr val="002060"/>
                </a:solidFill>
                <a:latin typeface="Tw Cen MT" panose="020B0602020104020603" pitchFamily="34" charset="0"/>
              </a:rPr>
              <a:t>College of Basic and Applied Sciences</a:t>
            </a:r>
          </a:p>
          <a:p>
            <a:pPr defTabSz="914400"/>
            <a:r>
              <a:rPr lang="en-US" altLang="en-US" sz="1800" b="1" dirty="0">
                <a:solidFill>
                  <a:srgbClr val="002060"/>
                </a:solidFill>
                <a:latin typeface="Tw Cen MT" panose="020B0602020104020603" pitchFamily="34" charset="0"/>
              </a:rPr>
              <a:t>School of Physical and Mathematical Sciences</a:t>
            </a:r>
          </a:p>
        </p:txBody>
      </p:sp>
      <p:sp>
        <p:nvSpPr>
          <p:cNvPr id="6" name="TextBox 9"/>
          <p:cNvSpPr txBox="1">
            <a:spLocks noChangeArrowheads="1"/>
          </p:cNvSpPr>
          <p:nvPr/>
        </p:nvSpPr>
        <p:spPr bwMode="auto">
          <a:xfrm>
            <a:off x="7010400" y="6362700"/>
            <a:ext cx="2133600" cy="390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/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13"/>
          <p:cNvSpPr txBox="1">
            <a:spLocks noChangeArrowheads="1"/>
          </p:cNvSpPr>
          <p:nvPr/>
        </p:nvSpPr>
        <p:spPr bwMode="auto">
          <a:xfrm>
            <a:off x="1989138" y="6172200"/>
            <a:ext cx="312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/>
            <a:r>
              <a:rPr lang="en-US" altLang="en-US" sz="1400" dirty="0">
                <a:solidFill>
                  <a:srgbClr val="002060"/>
                </a:solidFill>
                <a:latin typeface="Tw Cen MT" panose="020B0602020104020603" pitchFamily="34" charset="0"/>
              </a:rPr>
              <a:t>2025/2026 Academic Year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4794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54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7974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6199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494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8625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31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774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800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388100"/>
            <a:ext cx="205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051" name="Title Placeholder 1"/>
          <p:cNvSpPr>
            <a:spLocks noGrp="1"/>
          </p:cNvSpPr>
          <p:nvPr>
            <p:ph type="title"/>
          </p:nvPr>
        </p:nvSpPr>
        <p:spPr bwMode="auto">
          <a:xfrm>
            <a:off x="128789" y="274638"/>
            <a:ext cx="8873543" cy="11430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789" y="1600200"/>
            <a:ext cx="8873543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345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553"/>
            <a:ext cx="7772400" cy="1897847"/>
          </a:xfrm>
        </p:spPr>
        <p:txBody>
          <a:bodyPr>
            <a:normAutofit/>
          </a:bodyPr>
          <a:lstStyle/>
          <a:p>
            <a:r>
              <a:rPr lang="en-US" b="1" dirty="0"/>
              <a:t>CSCD 606</a:t>
            </a:r>
            <a:br>
              <a:rPr lang="en-GH" b="1" dirty="0"/>
            </a:br>
            <a:r>
              <a:rPr lang="en-US" b="1" dirty="0"/>
              <a:t>Bioinformatics</a:t>
            </a:r>
            <a:endParaRPr lang="en-US" b="1" dirty="0">
              <a:solidFill>
                <a:schemeClr val="bg1"/>
              </a:solidFill>
              <a:latin typeface="Myriad Pro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057400"/>
            <a:ext cx="8382000" cy="1600200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  <a:latin typeface="Myriad Pro" pitchFamily="34" charset="0"/>
              </a:rPr>
              <a:t>Session 1</a:t>
            </a:r>
          </a:p>
          <a:p>
            <a:r>
              <a:rPr lang="en-US" sz="3200" dirty="0">
                <a:solidFill>
                  <a:schemeClr val="bg1"/>
                </a:solidFill>
                <a:latin typeface="Myriad Pro" pitchFamily="34" charset="0"/>
              </a:rPr>
              <a:t>Introduction - Molecular Biology Foundations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36576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Course Instructor: Prof Kofi Sarpong Adu-Manu</a:t>
            </a:r>
          </a:p>
          <a:p>
            <a:r>
              <a:rPr lang="en-US" sz="2000" dirty="0">
                <a:solidFill>
                  <a:schemeClr val="bg1"/>
                </a:solidFill>
              </a:rPr>
              <a:t>Contact Information: ksadu-manu@ug.edu.gh</a:t>
            </a:r>
          </a:p>
        </p:txBody>
      </p:sp>
    </p:spTree>
    <p:extLst>
      <p:ext uri="{BB962C8B-B14F-4D97-AF65-F5344CB8AC3E}">
        <p14:creationId xmlns:p14="http://schemas.microsoft.com/office/powerpoint/2010/main" val="3982206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FA84-DFBB-37C0-7656-BF276426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25225-8CFD-2E9D-CAA6-7BD65D593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0442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0726-DD50-5FDA-42FA-9A265C0E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20D66-ADC4-F142-3D0E-0438540E3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967266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9FB29-ACEF-DB80-7A31-25F6A2D0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E19C-11F9-7417-43BD-494FB251A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03007401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UG_Template1</Template>
  <TotalTime>14397</TotalTime>
  <Words>29</Words>
  <Application>Microsoft Macintosh PowerPoint</Application>
  <PresentationFormat>On-screen Show (4:3)</PresentationFormat>
  <Paragraphs>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Myriad Pro</vt:lpstr>
      <vt:lpstr>Times New Roman</vt:lpstr>
      <vt:lpstr>Tw Cen MT</vt:lpstr>
      <vt:lpstr>2_Office Theme</vt:lpstr>
      <vt:lpstr>CSCD 606 Bioinformatics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Charles</dc:creator>
  <cp:lastModifiedBy>Prof. Kofi S. Adu-Manu</cp:lastModifiedBy>
  <cp:revision>21</cp:revision>
  <dcterms:created xsi:type="dcterms:W3CDTF">2021-06-19T20:29:26Z</dcterms:created>
  <dcterms:modified xsi:type="dcterms:W3CDTF">2026-05-07T16:27:31Z</dcterms:modified>
</cp:coreProperties>
</file>